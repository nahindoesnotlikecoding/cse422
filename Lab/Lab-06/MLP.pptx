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i2cUMJim/qLbHEpUs3Bkx9o4G/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MLP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Perceptron </a:t>
            </a:r>
            <a:endParaRPr/>
          </a:p>
        </p:txBody>
      </p:sp>
      <p:pic>
        <p:nvPicPr>
          <p:cNvPr id="60" name="Google Shape;60;p2" title="Screenshot 2025-12-11 01141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975" y="1256175"/>
            <a:ext cx="6933249" cy="263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Multilayer Perceptron</a:t>
            </a:r>
            <a:endParaRPr/>
          </a:p>
        </p:txBody>
      </p:sp>
      <p:pic>
        <p:nvPicPr>
          <p:cNvPr id="66" name="Google Shape;66;p3" title="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1300" y="1244500"/>
            <a:ext cx="721596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Activities of MLP</a:t>
            </a:r>
            <a:endParaRPr/>
          </a:p>
        </p:txBody>
      </p:sp>
      <p:sp>
        <p:nvSpPr>
          <p:cNvPr id="72" name="Google Shape;7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Forward Propagation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Activation Function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Loss Function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Backpropagation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Optimization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Forward Propagation</a:t>
            </a:r>
            <a:endParaRPr/>
          </a:p>
        </p:txBody>
      </p:sp>
      <p:pic>
        <p:nvPicPr>
          <p:cNvPr id="78" name="Google Shape;78;p5" title="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200" y="1222126"/>
            <a:ext cx="7083475" cy="327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Activation Function</a:t>
            </a:r>
            <a:endParaRPr/>
          </a:p>
        </p:txBody>
      </p:sp>
      <p:sp>
        <p:nvSpPr>
          <p:cNvPr id="84" name="Google Shape;84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Sigmoid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Tanh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ReLU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Softmax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>
            <p:ph type="title"/>
          </p:nvPr>
        </p:nvSpPr>
        <p:spPr>
          <a:xfrm>
            <a:off x="311700" y="163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Activation Function</a:t>
            </a:r>
            <a:endParaRPr/>
          </a:p>
        </p:txBody>
      </p:sp>
      <p:pic>
        <p:nvPicPr>
          <p:cNvPr id="90" name="Google Shape;90;p7" title="a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900" y="782850"/>
            <a:ext cx="3268325" cy="205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7" title="a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8100" y="782850"/>
            <a:ext cx="3520151" cy="205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" title="a3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900" y="2881750"/>
            <a:ext cx="3365100" cy="218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7" title="a4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8100" y="2947900"/>
            <a:ext cx="3661050" cy="205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Loss Function</a:t>
            </a:r>
            <a:endParaRPr/>
          </a:p>
        </p:txBody>
      </p:sp>
      <p:sp>
        <p:nvSpPr>
          <p:cNvPr id="99" name="Google Shape;99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Binary Cross Entropy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Mean Squared Error (MSE)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0" name="Google Shape;100;p8" title="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825" y="1797225"/>
            <a:ext cx="5727022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8" title="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525" y="3149425"/>
            <a:ext cx="5921151" cy="51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Backpropagation</a:t>
            </a:r>
            <a:endParaRPr/>
          </a:p>
        </p:txBody>
      </p:sp>
      <p:pic>
        <p:nvPicPr>
          <p:cNvPr id="107" name="Google Shape;107;p9" title="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1200" y="1222126"/>
            <a:ext cx="7083475" cy="327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Optimizer</a:t>
            </a:r>
            <a:endParaRPr/>
          </a:p>
        </p:txBody>
      </p:sp>
      <p:sp>
        <p:nvSpPr>
          <p:cNvPr id="113" name="Google Shape;113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Gradient Descent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Adam Optimizer</a:t>
            </a:r>
            <a:endParaRPr/>
          </a:p>
        </p:txBody>
      </p:sp>
      <p:pic>
        <p:nvPicPr>
          <p:cNvPr id="114" name="Google Shape;114;p10" title="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00" y="1571575"/>
            <a:ext cx="2121225" cy="70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0" title="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00" y="3186377"/>
            <a:ext cx="2708375" cy="9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Adam Optimizer</a:t>
            </a:r>
            <a:endParaRPr/>
          </a:p>
        </p:txBody>
      </p:sp>
      <p:pic>
        <p:nvPicPr>
          <p:cNvPr id="121" name="Google Shape;121;p11" title="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725" y="1484076"/>
            <a:ext cx="7004774" cy="229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Adam Optimizer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27" name="Google Shape;127;p12" title="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850" y="1207213"/>
            <a:ext cx="6946001" cy="330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Adam Optimizer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33" name="Google Shape;133;p13" title="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575" y="615350"/>
            <a:ext cx="5891724" cy="41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Batch Vs Epoch</a:t>
            </a:r>
            <a:endParaRPr/>
          </a:p>
        </p:txBody>
      </p:sp>
      <p:sp>
        <p:nvSpPr>
          <p:cNvPr id="139" name="Google Shape;139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Batch :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Batch is a subset of the training dataset used to train the network in one step.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Epoch: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Epoch is one complete pass of the entire training dataset through the neural network.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Parameters Vs Hyperparameters</a:t>
            </a:r>
            <a:endParaRPr/>
          </a:p>
        </p:txBody>
      </p:sp>
      <p:sp>
        <p:nvSpPr>
          <p:cNvPr id="145" name="Google Shape;14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/>
              <a:t>Parameters: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Parameters are the internal variables of the model that are learned automatically from the training data.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Hyperparameter: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Hyperparameters are the settings chosen by the user before training the network.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